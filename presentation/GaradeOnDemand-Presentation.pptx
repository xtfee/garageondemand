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9641" autoAdjust="0"/>
  </p:normalViewPr>
  <p:slideViewPr>
    <p:cSldViewPr snapToGrid="0" snapToObjects="1">
      <p:cViewPr varScale="1">
        <p:scale>
          <a:sx n="147" d="100"/>
          <a:sy n="147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lang="pl-PL" sz="1200" b="0" i="0" u="none" strike="noStrike">
                <a:solidFill>
                  <a:srgbClr val="1E293B"/>
                </a:solidFill>
                <a:latin typeface="Calibri"/>
              </a:rPr>
              <a:t>Revenue this week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(EUR)</c:v>
                </c:pt>
              </c:strCache>
            </c:strRef>
          </c:tx>
          <c:spPr>
            <a:ln w="38100" cap="flat">
              <a:solidFill>
                <a:srgbClr val="4F46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46E5"/>
              </a:solidFill>
              <a:ln w="9525" cap="flat">
                <a:solidFill>
                  <a:srgbClr val="4F46E5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190</c:v>
                </c:pt>
                <c:pt idx="1">
                  <c:v>256</c:v>
                </c:pt>
                <c:pt idx="2">
                  <c:v>312</c:v>
                </c:pt>
                <c:pt idx="3">
                  <c:v>347</c:v>
                </c:pt>
                <c:pt idx="4">
                  <c:v>391</c:v>
                </c:pt>
                <c:pt idx="5">
                  <c:v>500</c:v>
                </c:pt>
                <c:pt idx="6">
                  <c:v>461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343-4366-9780-8C094CAFFE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everyone. We're presenting Garage OnDemand — a workshop reservation platform we built as a group project. Think of it as Airbnb but for mechanics: you book a fully-equipped garage by the hour or day instead of buying expensive tools yourself. We built it with Vue 3 on the frontend, Django REST Framework on the backend, plus a small machine-learning module that mines patterns from reservation history. Let us walk you through what 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 this matter? Three real problems. Most people don't have space at home for a hydraulic lift or a welder. Owning professional tools for occasional projects rarely pays off. And right now, booking a workshop usually means phone calls and paper schedules. The target users are hobbyists, DIY car owners, and small independent mechanics — people who need pro-grade equipment by the hour, not by the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handles three things end to end. Discover — you browse garages with real photos and filters. Reserve — you pick days and exact hours on a smart calendar. Pay — Stripe checkout, then you get an access PIN. On top of that there is a full admin panel with analytics and ML, which we'll show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Frontend is Vue 3 with the Composition API, Vite as the build tool, Tailwind plus DaisyUI for styling, Chart.js for visualization, and Stripe.js Elements for the payment form. Backend is Python 3 and Django 6 with Django REST Framework, PostgreSQL as the database, django-allauth for the Google OAuth flow, and the official Stripe SDK. Data layer uses Pandas for processing, Mlxtend for Apriori association rules, and scikit-learn with Matplotlib for the decision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the pieces fit together. The Vue single-page app on port 5173 talks to the Django REST API on port 8000 over HTTP, using token authentication. Django persists everything to PostgreSQL. Three external integrations: Stripe in test mode for payments, Gmail SMTP for verification emails, and Google OAuth via allauth for one-click sign-in. All secrets — API keys, the database password, the email password — live in a gitignored .env.local file that python-dotenv loads at startup. Nothing sensitive is ever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journey is four steps and a new user can complete it in under a minute. Discover the garage on the offer page. Reserve a time on the booking screen. Pay through Stripe Elements with a 15-minute window. Then use the access code that appears in the dashboard. Let us zoom in on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booking screen has two interactions. Drag across the month grid to pick a multi-day range, or pick a single day and drag on the hourly timeline to choose an exact time window. The server validates everything: no conflicts with existing reservations, no past dates, enforces the maximum-duration rule from the system config. Pricing switches automatically — per hour for short slots, per-day discounted rate for bookings of 24 hours or more. On the right is a mock of the timeline: past hours are grey, two busy hours are red, and the selected window is in indigo.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Payments use Stripe Elements. The frontend embeds Stripe's hosted credit-card form so card details never touch our server. The backend creates a PaymentIntent and returns the client secret. There's a 15-minute hold — if the user doesn't complete payment in time, the reservation auto-cancels and frees the slot. Cancellations more than 24 hours before the start get a full automatic refund through the Stripe Refund API. Users can also extend a confirmed reservation, with a follow-up Stripe payment for the additional hours. For the demo we'll use Stripe's test card: 4242 4242 4242 4242.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to sign in. Email plus password with a verification link, or Google OAuth via allauth. The user model has roles — client and admin. One subtle security touch we added: when a user PATCHes their own profile, the serializer explicitly ignores the role field, so a client can't promote themselves to admin by hand-crafting a request. There's a unit test that asserts this. Self-service: users can change their email — which triggers a re-verification — change their password, or delete their account with password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client has a personal dashboard. They see their reservations split into upcoming and history, can filter by status, see a live countdown timer for any pending payment, reveal the access PIN after the booking is confirmed, extend an active reservation by hours or by a full day, edit their profile with required password confirmation, and see all their payments in a wallet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admin side there is full CRUD over six resources: garages, users, reservations, equipment, payments, and system configuration. The standout feature is the calendar view that shows a whole month per garage with color-coded availability — green free, light red partial, dark red fully booked. Admins can also emergency-cancel a reservation with a reason that the client sees as a notification, and mark customers who overstayed, which prevents them from booking again until cleared.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analytics page is a real business-intelligence dashboard. Revenue over time as a line chart, top-10 popularity ranking as a doughnut chart, and an occupancy heatmap broken down by weekday and hour. All filterable by date range and by garage equipment. The data here comes from the seeded database — about 1,500 historical reservations generated with intentional patterns the ML modules can then detect.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machine learning feature: association rule mining with the Apriori algorithm, implemented via Mlxtend. The system encodes each historical reservation as a transaction of features — what equipment did the garage have, was it a weekend, was the booking longer than four hours. Apriori then finds frequent itemsets and generates rules with confidence and lift scores. The example shown is a real rule from the seeded data: when a garage has a two-post lift, there's an 80% chance the reservation runs longer than four hours, with a lift of 2.4 — meaning that's 2.4 times more likely than the base rate. Rules are sorted, paginated, and rendered in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machine-learning feature: a decision tree for churn prediction, using scikit-learn's DecisionTreeClassifier. The classifier learns from confirmed versus cancelled reservations, with features like day of the week, start hour, and which equipment is present. Matplotlib renders the trained tree to a PNG, and the API returns it as a base64 data URI so the frontend can embed it directly without needing a separate image endpoint. You can also export the training dataset to CSV from the same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ML modules support what we call sandbox mode. You upload a CSV — a historical export, synthetic data, whatever — and the same pipeline runs entirely in memory, without touching the database. A yellow banner shows whenever you're in simulation mode so it's obvious. Useful for safe demos, for comparing two months by uploading each one, or for testing on synthetic datasets.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wasn't an afterthought. We wrote 17 automated unit tests covering registration, login, token authentication, the role-escalation guard we mentioned earlier, phone-number validation, reservation overlap detection, past-date rejection, and the pricing calculation. A small batch script called testowanie.bat runs them all with color-coded output. Secrets all live in .env.local with an .env.example template committed for reviewers. And the whole project — database, migrations, seeded data, frontend, backend — bootstraps from a single install-and-run.bat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Garage OnDemand. Thanks for listening. We're happy to take questions, or — if you want — we can run a live demo right now. The code is on GitHub at the URL on screen, with the demo credentials and the Stripe test card listed below.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5486400" cy="54864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GLogo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GLogoText"/>
          <p:cNvSpPr/>
          <p:nvPr/>
        </p:nvSpPr>
        <p:spPr>
          <a:xfrm>
            <a:off x="50292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spaces on demand. Like Airbnb — for mechanics.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Django · ML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Bartłomiej · Michał · Oscar    github.com/xtfee/GarageOnDemand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need workspace they can’t afford to own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14109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60934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Apartments and small homes don't fit a lift, a pit, or a welder.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2402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" y="23710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tools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56946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pro equipment for occasional use rarely pays off.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" y="33311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80160" y="352958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time at a workshop usually means phone calls and paper schedules.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60720" y="1234440"/>
            <a:ext cx="2926080" cy="306324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943600" y="17373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car owners.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mechanics.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594360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pro-grade equipment by the hour, not by the year.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for workshop bays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rentals of fully-equipped garages, with online booking, payment and an access PIN.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193944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real garages, filter by city, price and equipment.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02" y="193944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calendar + hourly timeline with live conflict checks.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442" y="193944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go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checkout, instant access PIN, refunds for early cancels.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4480560"/>
            <a:ext cx="818388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" y="450799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the operator side: full admin tools + a BI/ML dashboard for revenue, popularity, and churn prediction.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modern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(Composition API)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DaisyUI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+ vue-chartjs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Stripe.js Elements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1" y="15837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196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1188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Django 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django-allauth (Google OAuth)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SDK · drf-spectacular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12344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01" y="15837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4652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 — Apriori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Decision Tree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tree rendering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talk to each other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293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SPA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Stripe.js · Drag-drop calendar · Chart.js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5544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192938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 API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206240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127.0.0.1:8000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1188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 · ML endpoints · Swagger · Allauth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355080" y="15544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192938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7804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780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garaz_db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583680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 · reservations · payments · users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2057400"/>
            <a:ext cx="365760" cy="365760"/>
          </a:xfrm>
          <a:prstGeom prst="rect">
            <a:avLst/>
          </a:prstGeom>
        </p:spPr>
      </p:pic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057400"/>
            <a:ext cx="365760" cy="3657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0292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6751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380390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1615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21615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Test-mode payments + refunds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260604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277063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1216" y="3803904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31927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331927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change emails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70916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87375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4336" y="3803904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42239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542239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sign in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681228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97687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7456" y="3803904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52551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752551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python-dotenv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USER JOURNEY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discovery to keys in hand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9844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214" y="1944014"/>
            <a:ext cx="409651" cy="4096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cards. Filter by city, price, equipment.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560320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4728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4728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65176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4612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054" y="194401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5176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78892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days on calendar, drag hours on timeline.</a:t>
            </a:r>
            <a:endParaRPr lang="en-US" sz="11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560320"/>
            <a:ext cx="228600" cy="2286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59612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59612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80060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39496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5894" y="1944014"/>
            <a:ext cx="409651" cy="4096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0060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93776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Elements. 15 min to complete.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60320"/>
            <a:ext cx="228600" cy="2286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74496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74496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694944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754380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734" y="1944014"/>
            <a:ext cx="409651" cy="40965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4944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70866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PIN reveals in the dashboard.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02920" y="4297680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Time-to-first-reservation under 60 seconds.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BOOKING ENGINE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calendar + hourly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80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441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Drag-select multiple days on the month grid.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1579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1214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timeline lets you drag a range within a single day.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9352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898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validates: no conflicts, no past dates, max-duration rule.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292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71246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auto-switches: per-hour for short slots, per-day discount for 24h+.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029200" y="128016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2120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24 hours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21208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4924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8640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62356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76072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89788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03504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7220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3093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4652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58368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720840" y="1783080"/>
            <a:ext cx="11887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858000" y="1783080"/>
            <a:ext cx="11887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9951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13232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26948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40664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54380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6809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81812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95528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809244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22960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3667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21208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76656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822960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5257800" y="2743200"/>
            <a:ext cx="164592" cy="16459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486400" y="2697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5257800" y="31089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486400" y="3063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5257800" y="347472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48640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selection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257800" y="3840480"/>
            <a:ext cx="164592" cy="16459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486400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7132320" y="320040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223760" y="3273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7223760" y="3493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€118</a:t>
            </a:r>
            <a:endParaRPr lang="en-US" sz="2200" dirty="0"/>
          </a:p>
        </p:txBody>
      </p:sp>
      <p:sp>
        <p:nvSpPr>
          <p:cNvPr id="58" name="Text 52"/>
          <p:cNvSpPr/>
          <p:nvPr/>
        </p:nvSpPr>
        <p:spPr>
          <a:xfrm>
            <a:off x="7223760" y="39502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 × €30/h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PAYMENTS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Elements + a 15-minute window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" y="139080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Test-mode integration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6093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Stripe.js Elements on the frontend; PaymentIntent on the backend.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057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" y="216804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hold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88720" y="2386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reservations auto-cancel if not paid in time.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" y="294528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logic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88720" y="3163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&gt; 24h before start → automatic refund. Closer → no refund.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3611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62" y="372252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extension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88720" y="39410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by hours or a day with a follow-up Stripe payment.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212080" y="12801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486400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 #523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0" y="1783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€59.00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5486400" y="24688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4242 4242 4242 4242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486400" y="3154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4864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12/27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858000" y="3154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8580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486400" y="379476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8640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€59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ACCOUNTS &amp; AUTH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verification, Google OAuth, profile self-service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166512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email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1901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stays inactive until the verification link is clicked. In DEBUG mode the link is also printed to the Django console.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16651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Google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901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Django-allauth handles OAuth. social_login_success bridges Django session to a DRF token, frontend lands on /auth-callback.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" y="331104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guards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35478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admin roles. UserSerializer ignores role updates on the profile endpoint to prevent privilege escalation.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2682" y="331104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35478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email with re-verification, change password, delete account (password-confirmed).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CLIENT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everything the client owns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2893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88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4904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/ history tabs · filter by status.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2893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188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countdown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14904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timer for the 15-min payment window.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267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3682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267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code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4300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PIN revealed after payment confirms.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267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236829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2267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reservation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0352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hours or a day, pay the difference via Stripe.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2920" y="3346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344728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346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security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143000" y="36484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change with re-verification, password change, account delete.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663440" y="3346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024" y="344728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03520" y="3346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view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303520" y="36484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 with totals.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ADMIN PANEL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operator control + an availability calendar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4721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 CRUD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9019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hourly/daily price, equipment, photo, active flag.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4721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19019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block, edit, hand-create with a chosen role.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0760" y="1188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4721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19019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status, emergency cancel with reason, mark overstays.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0292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580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02666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3456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overview per garage: free / partial / full color coding.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9184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72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0266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6908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474720" y="3456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hours, max active reservations, max duration, base prices.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08076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6364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02666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catalog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263640" y="3456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tools that garages can be tagged with.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ANALYTICS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popularity, and an occupancy heatmap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 by date range and equipment.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Revenue line chart over time.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Top-10 popularity ranking (doughnut).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Weekday × hour heatmap shows when bays get hot.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572000" y="118872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4572000" y="2971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heatmap (day × hour)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26280" y="32278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36592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01184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65776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30368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94960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59552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24144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88736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324612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82512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47104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11696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76288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40880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05472" y="324612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70064" y="324612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34656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99248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63840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28432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93024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57616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22208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33924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736592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901184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65776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230368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394960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559552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724144" y="341071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88736" y="341071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053328" y="341071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217920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82512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47104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711696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76288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40880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205472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70064" y="341071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34656" y="341071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99248" y="341071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863840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028432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193024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357616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522208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526280" y="3557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4736592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901184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065776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230368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394960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59552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724144" y="3575304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888736" y="3575304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053328" y="3575304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217920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382512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547104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711696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876288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040880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205472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370064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534656" y="3575304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699248" y="3575304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863840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028432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193024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357616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522208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526280" y="37216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4736592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901184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065776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230368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5394960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559552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724144" y="3739896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888736" y="3739896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053328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217920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6382512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6547104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6711696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876288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040880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205472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370064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7534656" y="3739896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699248" y="3739896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7863840" y="3739896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8028432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8193024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8357616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8522208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4526280" y="38862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736592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901184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5065776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5230368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5394960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5559552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5724144" y="3904488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5888736" y="3904488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6053328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6217920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382512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6547104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6711696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6876288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7040880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7205472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370064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7534656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699248" y="3904488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863840" y="3904488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8028432" y="3904488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8193024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8357616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8522208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452628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38" name="Shape 135"/>
          <p:cNvSpPr/>
          <p:nvPr/>
        </p:nvSpPr>
        <p:spPr>
          <a:xfrm>
            <a:off x="4736592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901184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065776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230368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559552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724144" y="406908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888736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6053328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217920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6382512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6547104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711696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6876288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7040880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7205472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7370064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7534656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7699248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7863840" y="406908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8028432" y="406908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193024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8357616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522208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4526280" y="42153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63" name="Shape 160"/>
          <p:cNvSpPr/>
          <p:nvPr/>
        </p:nvSpPr>
        <p:spPr>
          <a:xfrm>
            <a:off x="4736592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4901184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065776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230368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394960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559552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5724144" y="423367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888736" y="423367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053328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17920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382512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547104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711696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876288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040880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7205472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7370064" y="423367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7534656" y="423367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7699248" y="423367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7863840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8028432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8193024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8357616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8522208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MACHINE LEARNING (1/2)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finds the patterns hiding in 1,500+ reservations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(mlxtend)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reservation is encoded as a transaction of features (equipment, weekday, duration tier). Apriori discovers high-confidence rules.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Pull confirmed/completed reservations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Encode features into a binary matrix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511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Apriori → frequent itemsets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803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 rules + confidence + lift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096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Sort, paginate, surface in UI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49240" y="123444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Two-post Lift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57784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7784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over 4 h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577840" y="3200400"/>
            <a:ext cx="28346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7784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13232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32320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557784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 garage has a Two-post Lift, there is an 80% chance the reservation runs longer than 4 h.”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MACHINE LEARNING (2/2)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predicts cancellation vs success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(scikit-learn)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learns from confirmed vs cancelled reservations. Matplotlib renders the tree to PNG and the API returns a base64 data-URI for direct display.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342900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20240" y="342900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hour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37560" y="342900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 Two-post Lift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379476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 Service Pit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920240" y="379476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2024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 MIG/MAG Welder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337560" y="379476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756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49240" y="1280160"/>
            <a:ext cx="329184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09360" y="15544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≤ 17 ?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flipH="1">
            <a:off x="5897880" y="1965960"/>
            <a:ext cx="7315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60920" y="1965960"/>
            <a:ext cx="7315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246888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lift ?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223760" y="246888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2376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?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 flipH="1">
            <a:off x="5715000" y="2880360"/>
            <a:ext cx="18288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0800" y="2880360"/>
            <a:ext cx="2743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H="1">
            <a:off x="7360920" y="2880360"/>
            <a:ext cx="2743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92440" y="2880360"/>
            <a:ext cx="18288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40680" y="3383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4068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00800" y="3383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132320" y="3383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092440" y="338328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9244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53212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dataset is exportable to CSV (Export Data button).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SANDBOX MODE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ML on any dataset without touching the database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simulation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external reservation history (or your own export). The same ML pipeline runs in-memory; the database stays untouched.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Demo with sample data without polluting production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Compare two months by uploading each one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4069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Try ML on a synthetic dataset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12344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0" y="14173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1417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Preview / Simulation Mode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12080" y="2194560"/>
            <a:ext cx="329184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22402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929" y="2310689"/>
            <a:ext cx="179222" cy="17922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15000" y="2194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reservations_2025_10.csv  ·  342 rows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212080" y="2743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0352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3035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€11,330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858000" y="2743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4944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494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5212080" y="379476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12080" y="3794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Database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QUALITY &amp; TOOLING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part of the project, not an afterthought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unit tests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never committed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contract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69748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8036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script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88036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install &amp; run from scratch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28016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verify</a:t>
            </a:r>
            <a:endParaRPr lang="en-US" sz="18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322576"/>
            <a:ext cx="146304" cy="1463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623560" y="22494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 endpoints</a:t>
            </a:r>
            <a:endParaRPr lang="en-US" sz="11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596896"/>
            <a:ext cx="146304" cy="1463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23560" y="25237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authentication</a:t>
            </a:r>
            <a:endParaRPr lang="en-US" sz="11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871216"/>
            <a:ext cx="146304" cy="1463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23560" y="27980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guard — role escalation blocked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145536"/>
            <a:ext cx="146304" cy="1463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560" y="30723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required on signup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419856"/>
            <a:ext cx="146304" cy="14630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23560" y="3346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overlap detection</a:t>
            </a:r>
            <a:endParaRPr lang="en-US" sz="11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694176"/>
            <a:ext cx="146304" cy="1463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621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Past-date reservations rejected</a:t>
            </a:r>
            <a:endParaRPr lang="en-US" sz="11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968496"/>
            <a:ext cx="146304" cy="14630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623560" y="38953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pricing calculation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9080" y="1005840"/>
            <a:ext cx="1005840" cy="10058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69080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Or — let me run a live demo.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github.com/xtfee/GarageOnDemand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4270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admin  ·  client1 / password123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562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4562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4242 4242 4242 4242  ·  any future date · any CVC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xmlns:p14="http://schemas.microsoft.com/office/powerpoint/2010/main" spd="med" p14:dur="8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2890</Words>
  <Application>Microsoft Office PowerPoint</Application>
  <PresentationFormat>On-screen Show (16:9)</PresentationFormat>
  <Paragraphs>337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Garage OnDemand</dc:title>
  <dc:subject>PptxGenJS Presentation</dc:subject>
  <dc:creator>xtfee</dc:creator>
  <cp:lastModifiedBy>Bartłomiej Dobranowski</cp:lastModifiedBy>
  <cp:revision>3</cp:revision>
  <dcterms:created xsi:type="dcterms:W3CDTF">2026-05-28T21:40:02Z</dcterms:created>
  <dcterms:modified xsi:type="dcterms:W3CDTF">2026-05-28T21:57:36Z</dcterms:modified>
</cp:coreProperties>
</file>